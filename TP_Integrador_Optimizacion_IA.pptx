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Optimización y Despliegue de IA</a:t>
            </a:r>
            <a:br/>
            <a:r>
              <a:t>en Entornos Restringidos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ADCFC"/>
                </a:solidFill>
              </a:defRPr>
            </a:pPr>
            <a:r>
              <a:t>Clasificación de Lenguaje de Señas Americano (ASL)</a:t>
            </a:r>
            <a:br/>
            <a:r>
              <a:t>con Compresión de Modelos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Contenido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✓ Fase 1: Definición del Problema y Restricciones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✓ Fase 2: Arquitectura Baseline y Entrenamiento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✓ Fase 3: Técnicas de Optimización del Modelo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✓ Fase 4: Despliegue y Benchmarking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✓ Resultados Comparativos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✓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Fase 1: Definición del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📌 Problema: Clasificación de Lenguaje de Señas (ASL)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Dataset: ASL Alphabet (Kaggle - grassknoted/asl-alphabet)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Clases: 29 señas del alfabeto americano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Tipo de tarea: Clasificación de imágenes multiclase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🎯 Aplicación: Traducción automática de lenguaje de señas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en tiempo real para dispositivos con restricciones de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Fase 1: Restricciones de 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💾 Restricción de Memoria: ≤ 100 MB en disco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Modelo baseline FP32: 9.5 MB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⚡ Restricción de Latencia: &lt; 50 ms por inferencia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En CPU (entorno restringido)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🎯 Restricción de Precisión: ≥ 77% accuracy (drop ≤ 2%)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Mantener funcionalidad del modelo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📊 Métrica de Éxito: Reducir tamaño ≥50% sin perder precisión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Fase 2: Arquitectura CNN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🏗️ Diseño: CNN personalizada (4 bloques convolucionales)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📐 Capas: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Conv1: 32 filtros 3×3 + BatchNorm + ReLU + MaxPool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Conv2: 64 filtros 3×3 + BatchNorm + ReLU + MaxPool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Conv3: 128 filtros 3×3 + BatchNorm + ReLU + MaxPool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Conv4: 256 filtros 3×3 + BatchNorm + ReLU + MaxPool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FC: 512 → 256 → 29 clases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🔧 Regularización: Dropout, BatchNormalization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Fase 2: Métricas Baseline (FP32)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📊 Complejidad Teórica: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Parámetros: 2.49 M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MACs: 63.25 M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Tamaño: 9.5 MB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⚙️ Entrenamiento: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25 épocas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Optimizador: Adam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Loss: CrossEntropyLoss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✅ Performance (CPU):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Val Accuracy: 79.32%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Test Accuracy: 79.09%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Val Loss: 0.9008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⏱️ Inferencia: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Latencia: 4.98 ms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FPS: ~201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Peak Memory: ~350 MB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Fase 3: Técnicas de Optimización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🔧 Cuantización: Conversión de FP32 → INT8/INT4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Dinámica (dynamic quantization)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Estática (static quantization)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Quantization-Aware Training (QAT)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✂️ Poda (Pruning): Eliminación de pesos no significativos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Ratio de poda: 40%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📦 Factorización: Descomposición de convoluciones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Separación en convoluciones depthwise + pointwise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🎓 Destilación: Transfer de conocimiento (Teacher-Student)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Fase 3: Resultados - Cuantización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INT8 Dinámica: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Accuracy: 79.15%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Tamaño: 3.51 MB (-63%)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Latencia: 4.85 ms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INT8 Estática: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Accuracy: 79.22%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Tamaño: 2.38 MB (-75%)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Latencia: 3.92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✅ Beneficios: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Reducción: 63-75%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Sin pérdida de accuracy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Compatible CPU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⚡ Mejora de velocidad: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20-27% más rápido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Menor consumo 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Fase 3: Resultados - Pruning (40%)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✂️ Modelo Podado (FP32):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Parámetros: 1.47 M (-41%)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Tamaño: 5.6 MB (-41%)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Accuracy: 78.95% (-0.14%)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Latencia: 3.52 ms (-29%)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✂️ Podado + INT8 Estático (Óptimo):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Tamaño: 1.42 MB (-85%)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Accuracy: 79.11% (preservado)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Latencia: 2.15 ms (-57%)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Cumple todas las restricciones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Fase 3: Resultados - Knowledge Distillation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🎓 Student Model (MLP comprimido):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Parámetros: 315K (-87%)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Tamaño: 1.21 MB (-87%)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Accuracy: 77.45% (-1.64%)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🎓 Student + INT8 Estático: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Tamaño: 0.31 MB (-97%)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Accuracy: 77.38% (dentro del límite)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Latencia: 1.05 ms (-79%)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Máxima compresión alcanzada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Fase 4: Comparativa de Modelos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│ Modelo         │ Tamaño  │ Accuracy │ Latencia │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│ Baseline FP32  │ 9.5 MB  │ 79.09%   │ 4.98 ms  │ 📊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│ INT8 Dinámico  │ 3.51 MB │ 79.15%   │ 4.85 ms  │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│ INT8 Estático  │ 2.38 MB │ 79.22%   │ 3.92 ms  │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│ Podado 40%     │ 5.6 MB  │ 78.95%   │ 3.52 ms  │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│ Pod. + INT8    │ 1.42 MB │ 79.11%   │ 2.15 ms  │ ⭐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│ Student INT8   │ 0.31 MB │ 77.38%   │ 1.05 ms  │ 🚀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Fase 4: Análisis de 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Restricciones Cumplidas: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✓ Tamaño ≤ 100 MB (alcanzado 0.31-1.42 MB)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✓ Latencia &lt; 50 ms (alcanzado 1.05-2.15 ms)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✓ Drop de precision ≤ 2% (máximo 1.64%)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📈 Logros Principales: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Reducción de 85-97% en tamaño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Mejora de 20-79% en velocidad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   • Preservación de precisión del modelo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CADCFC"/>
                </a:solidFill>
              </a:defRPr>
            </a:pPr>
            <a:r>
              <a:t>✓ Compresión exitosa: 85-97% reducción de tamaño</a:t>
            </a:r>
          </a:p>
          <a:p>
            <a:pPr>
              <a:spcBef>
                <a:spcPts val="1000"/>
              </a:spcBef>
              <a:defRPr sz="1800">
                <a:solidFill>
                  <a:srgbClr val="CADCFC"/>
                </a:solidFill>
              </a:defRPr>
            </a:pPr>
            <a:r>
              <a:t>✓ Modelos optimizados viables para dispositivos embebidos</a:t>
            </a:r>
          </a:p>
          <a:p>
            <a:pPr>
              <a:spcBef>
                <a:spcPts val="1000"/>
              </a:spcBef>
              <a:defRPr sz="1800">
                <a:solidFill>
                  <a:srgbClr val="CADCFC"/>
                </a:solidFill>
              </a:defRPr>
            </a:pPr>
            <a:r>
              <a:t>✓ Combinación Pruning + Cuantización es óptima</a:t>
            </a:r>
          </a:p>
          <a:p>
            <a:pPr>
              <a:spcBef>
                <a:spcPts val="1000"/>
              </a:spcBef>
              <a:defRPr sz="1800">
                <a:solidFill>
                  <a:srgbClr val="CADCFC"/>
                </a:solidFill>
              </a:defRPr>
            </a:pPr>
            <a:r>
              <a:t>✓ Knowledge Distillation logra máxima compresión</a:t>
            </a:r>
          </a:p>
          <a:p>
            <a:pPr>
              <a:spcBef>
                <a:spcPts val="1000"/>
              </a:spcBef>
              <a:defRPr sz="1800">
                <a:solidFill>
                  <a:srgbClr val="CADCFC"/>
                </a:solidFill>
              </a:defRPr>
            </a:pPr>
            <a:r>
              <a:t>✓ Ciclo completo de optimización completado exitosamente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